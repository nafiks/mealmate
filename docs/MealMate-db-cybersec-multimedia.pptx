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85432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85432" y="0"/>
            <a:ext cx="5303520" cy="6858000"/>
          </a:xfrm>
          <a:prstGeom prst="rect">
            <a:avLst/>
          </a:prstGeom>
          <a:solidFill>
            <a:srgbClr val="0D1F15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🍳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12064" y="16002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</a:t>
            </a:r>
            <a:pPr indent="0" marL="0">
              <a:buNone/>
            </a:pPr>
            <a:r>
              <a:rPr lang="en-US" sz="6000" b="1" i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</a:t>
            </a:r>
            <a:pPr indent="0" marL="0">
              <a:buNone/>
            </a:pPr>
            <a:r>
              <a:rPr lang="en-US" sz="60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9EF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Командная презентация: системы баз данных, кибербезопасность и мультимедийные технологии — на примере нашего веб-приложения.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CS-2618 · ICT · Team 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Samarin · Kaniyazov · Sadybek · Temirtas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 — НАШ ПРОЕКТ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MealMate: подбирает рецепты из того, что уже есть дома.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рецептов, 5 кухонь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(14 казахских)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1460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38328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ингредиент в пикере,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«мёртвых»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языка интерфейса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шагов: EN·РУ·ҚАЗ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1460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052560" y="2926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таблиц БД = ER-модель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Assignment 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Стек: React 18 (Vite) → Express (Node.js 24) → SQLite (node:sqlite). Всё, что дальше, — реальные механизмы этого приложения, а не абстракции из учебника.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D1F1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292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 темы — три слоя нашего продукта: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Базы данных — на чём хранится и как ищется · Кибербезопасность — как защищаются пользователи · Мультимедиа — как обрабатываются фото и движения интерфейса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СИСТЕМЫ БАЗ ДАННЫХ — 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ER-модель из Assignment 3 — реализована 1:1, плюс расширения.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90195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2231136"/>
            <a:ext cx="23957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user_id · name · email UQ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password_hash · is_guest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8288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19019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45536" y="2231136"/>
            <a:ext cx="25786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· name_ru/kk · emoji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· is_staple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9019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45936" y="2231136"/>
            <a:ext cx="25786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КБЖУ · time · servings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tags · featured · title_ru/kk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18320" y="1828800"/>
            <a:ext cx="2221992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46336" y="19019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instruction_blocks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46336" y="2231136"/>
            <a:ext cx="1965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step_number UNIQUE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рецепте · description ×3 яз.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50215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user_ingredients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6656" y="3831336"/>
            <a:ext cx="23957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junction M:N: user ↔ ingredient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кладовая пользователя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34290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5021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recipe_ingredients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45536" y="3831336"/>
            <a:ext cx="25786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junction M:N: recipe ↔ ingredient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· unit · optional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4290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5021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photo_diary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45936" y="3831336"/>
            <a:ext cx="25786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(data-URL) · note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uploaded_at · user → recipe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18320" y="3429000"/>
            <a:ext cx="2221992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35021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app_meta + reset_tokens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46336" y="3831336"/>
            <a:ext cx="1965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секрет сессий · одноразовые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токены сброса пароля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M:N-связи решены junction-таблицами (user_ingredients, recipe_ingredients). 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Бизнес-правила: уникальный e-mail; номер шага уникален в рецепте; все связи — FOREIGN KEY с ON DELETE CASCADE.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Расширения (не ломая ER): is_staple — базовые продукты не считаются «не хватает»; КБЖУ и теги; локализованные колонки title/name/description_ru/kk для мультиязычного контента.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I. СИСТЕМЫ БАЗ ДАННЫХ — В БОЮ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Подбор рецептов: один SQL-запрос с двумя CTE.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D1F1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= total − have</a:t>
            </a:r>
            <a:pPr indent="0" marL="0">
              <a:buNone/>
            </a:pPr>
            <a:r>
              <a:rPr lang="en-US" sz="12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total — обязательные (optional=0, is_staple=0) · have — есть у пользователя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CTE req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77440" y="315468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recipe_id, COUNT(*) FROM recipe_ingredients … GROUP BY recipe_id — сколько обязательных ингредиентов в каждом рецепте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59352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50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CTE got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377440" y="405079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 же, но JOIN с выбором пользователя — сколько из них уже есть; missing = total − have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9469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377440" y="4946904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→ «готовить сейчас» · 1–2 → «почти готово» · have ≥ 1 — гарантия пересечения (лечит баг «креветки → блюда без креветок») · при выборе 1–2 продуктов порог адаптивно расширяется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76072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8704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Индексы на junction-таблицах и diary(user_id); фильтры времени/кухни/тегов — в том же запросе; только параметризованные выражения. Почему SQLite: персистентность без сервера БД, замена на PostgreSQL — через тонкий слой db.js без правки роутов.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КИБЕРБЕЗОПАСНОСТЬ — ПОЛЬЗОВАТЕЛИ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Пароли, сессии и восстановление — своими руками, без «магии».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39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2039112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scrypt + индивидуальная соль на пользователя; сравнение timingSafeEqual — утечка базы не раскрывает пароли, подмена — не проходит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18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Сессии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3118104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кука httpOnly + SameSite=Lax, подпись HMAC-SHA256 от содержимого: подделать ID без секрета сервера невозможно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970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Гостевые аккаунты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4197096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без регистрации: при первом действии создаётся guest-строка; при регистрации она апгрейдится — данные переносятся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57216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76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Сброс пароля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5276088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одноразовый токен: SHA-256 хэш в БД, живёт 30 минут, одноразовый; в демо «письмо» показывается на экране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II. КИБЕРБЕЗОПАСНОСТЬ — ПРИЛОЖЕНИЕ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Угроза → контрмера: каждая пара — реально в коде.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6400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Угроза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Контрмера в MealMate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SQL-инъекция через поля поиска и фильтры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только параметризованные запросы (node:sqlite), ни одной конкатенации строк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XSS через заметки дневника и имена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экранирует вывод; вход строго валидируется (тип, длина, белый список)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Перебор паролей и спам загрузок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rate-limit по IP: 40 запросов / 10 мин на auth, отдельный лимит на diary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«Тяжёлое» фото как DoS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лимит тела 6 МБ + сжатие в браузере до JPEG ≤ ~3 МБ + проверка MIME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Кража сессии / кликджекинг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httpOnly + SameSite cookie, security-заголовки helmet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Подделка чужой записи дневника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каждая операция проверяет user_id владельца; гостям API отвечает 401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Приватность: гостевые записи дневника не попадают в общую ленту; собираем только имя, e-mail и фото блюд — никаких платёжных или иных чувствительных данных.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III. МУЛЬТИМЕДИА — ИЗОБРАЖЕНИЯ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Фото-дневник: полный конвейер обработки в браузере.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4944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файла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FileReader,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MIME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33472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43784" y="192024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90088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Уменьшение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90088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canvas: максимум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1280 px по стороне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28616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38928" y="192024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85232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Сжатие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85232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JPEG, качество 0.82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~150–300 КБ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2376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34072" y="192024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0376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80376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0376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data-URL → POST,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валидация на сервере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18904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29216" y="192024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Хранение и показ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75520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в SQLite,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ленивая загрузка &lt;img&gt;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Зачем сжимать в браузере: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с телефона — это 3–8 МБ; после canvas — 200 КБ. Экономия ×20 на трафике и хранилище, загрузка мгновенная даже на мобильном интернете.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рецептов: CDN Unsplash с проверенными ссылками; при недоступности — автоматический fallback: градиентная плитка с эмодзи кухни (ни одна карточка не выглядит «сломанной»). Ленивая загрузка loading="lazy", фиксированное соотношение сторон 16:10 — вёрстка не прыгает.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III. МУЛЬТИМЕДИА — ДВИЖЕНИЕ ИНТЕРФЕЙСА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Анимации — на чистом CSS: ноль библиотек, полный контроль.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Scroll-reveal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520440" y="192024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IntersectionObserver: секции появляются с задержкой-каскадом (—stagger через CSS-переменную --rd)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16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Пружинный выбор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20440" y="2816352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галочка на чипе ингредиента: scale с кубической кривой беззье (bounce), эмодзи увеличивается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124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Живые карточки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20440" y="37124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подъём на hover, зум фото 1.06, кольца прогресса матча (SVG stroke-dashoffset)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085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Счётчики и бегущая строка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4608576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count-up статистики на rAF; marquee ингредиентов — бесконечный CSS-цикл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3248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04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Доступность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20440" y="5504688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prefers-reduced-motion: все анимации отключаются — уважение к вестибулярному аппарату пользователя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Аудио и видео в продукте сознательно не используются: контент — текст и фото, лишние медиа замедляли бы загрузку на мобильном интернете.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 — ТРИ ТЕМЫ, ОДИН 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дало в сумме.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02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Базы данных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383280" y="2002536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из Assignment 3 работает в продакшене; матчинг на SQL с гарантией релевантности; 0 «мёртвых» ингредиентов после аудита покрытия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Кибербезопасность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83280" y="320954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пароли не утекают при взломе БД, сессии неподделываемы, дневник недоступен гостям, каждая угроза из таблицы закрыта кодом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88536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16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Мультимедиа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83280" y="44165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дневника сжимаются в 20 раз до отправки; ни одна карточка не выглядит сломанной; интерфейс живой, но уважает reduced-motion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Демо: localhost:3001 · GitHub: github.com/nafiks/mealmate · </a:t>
            </a:r>
            <a:pPr indent="0" marL="0">
              <a:buNone/>
            </a:pPr>
            <a:r>
              <a:rPr lang="en-US" sz="17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CS-2618 · Samarin · Kaniyazov · Sadybek · Temirtas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MealMate — базы данных, кибербезопасность, мультимедиа</dc:title>
  <dc:subject>PptxGenJS Presentation</dc:subject>
  <dc:creator>CS-2618 MealMate</dc:creator>
  <cp:lastModifiedBy>CS-2618 MealMate</cp:lastModifiedBy>
  <cp:revision>1</cp:revision>
  <dcterms:created xsi:type="dcterms:W3CDTF">2026-10-30T00:53:57Z</dcterms:created>
  <dcterms:modified xsi:type="dcterms:W3CDTF">2026-10-30T00:53:57Z</dcterms:modified>
</cp:coreProperties>
</file>